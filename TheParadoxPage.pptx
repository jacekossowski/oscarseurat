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6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AE942AA2-56EF-D049-B6B1-6C6D99B1E3CF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1C31B8B-D6E8-DD45-AE2B-5E4F23B55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659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42AA2-56EF-D049-B6B1-6C6D99B1E3CF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31B8B-D6E8-DD45-AE2B-5E4F23B55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45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42AA2-56EF-D049-B6B1-6C6D99B1E3CF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31B8B-D6E8-DD45-AE2B-5E4F23B55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31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42AA2-56EF-D049-B6B1-6C6D99B1E3CF}" type="datetimeFigureOut">
              <a:rPr lang="en-US" smtClean="0"/>
              <a:t>11/9/25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31B8B-D6E8-DD45-AE2B-5E4F23B55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252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42AA2-56EF-D049-B6B1-6C6D99B1E3CF}" type="datetimeFigureOut">
              <a:rPr lang="en-US" smtClean="0"/>
              <a:t>11/9/25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31B8B-D6E8-DD45-AE2B-5E4F23B55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714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42AA2-56EF-D049-B6B1-6C6D99B1E3CF}" type="datetimeFigureOut">
              <a:rPr lang="en-US" smtClean="0"/>
              <a:t>11/9/25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31B8B-D6E8-DD45-AE2B-5E4F23B55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778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42AA2-56EF-D049-B6B1-6C6D99B1E3CF}" type="datetimeFigureOut">
              <a:rPr lang="en-US" smtClean="0"/>
              <a:t>11/9/25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31B8B-D6E8-DD45-AE2B-5E4F23B55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949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42AA2-56EF-D049-B6B1-6C6D99B1E3CF}" type="datetimeFigureOut">
              <a:rPr lang="en-US" smtClean="0"/>
              <a:t>11/9/25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31B8B-D6E8-DD45-AE2B-5E4F23B55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385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42AA2-56EF-D049-B6B1-6C6D99B1E3CF}" type="datetimeFigureOut">
              <a:rPr lang="en-US" smtClean="0"/>
              <a:t>11/9/25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31B8B-D6E8-DD45-AE2B-5E4F23B55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53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42AA2-56EF-D049-B6B1-6C6D99B1E3CF}" type="datetimeFigureOut">
              <a:rPr lang="en-US" smtClean="0"/>
              <a:t>11/9/25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31B8B-D6E8-DD45-AE2B-5E4F23B55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902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42AA2-56EF-D049-B6B1-6C6D99B1E3CF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31B8B-D6E8-DD45-AE2B-5E4F23B55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6139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42AA2-56EF-D049-B6B1-6C6D99B1E3CF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31B8B-D6E8-DD45-AE2B-5E4F23B55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0934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42AA2-56EF-D049-B6B1-6C6D99B1E3CF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31B8B-D6E8-DD45-AE2B-5E4F23B55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7625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42AA2-56EF-D049-B6B1-6C6D99B1E3CF}" type="datetimeFigureOut">
              <a:rPr lang="en-US" smtClean="0"/>
              <a:t>11/9/25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31B8B-D6E8-DD45-AE2B-5E4F23B55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9158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42AA2-56EF-D049-B6B1-6C6D99B1E3CF}" type="datetimeFigureOut">
              <a:rPr lang="en-US" smtClean="0"/>
              <a:t>11/9/25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31B8B-D6E8-DD45-AE2B-5E4F23B55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0341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AE942AA2-56EF-D049-B6B1-6C6D99B1E3CF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31B8B-D6E8-DD45-AE2B-5E4F23B55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6765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AE942AA2-56EF-D049-B6B1-6C6D99B1E3CF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31B8B-D6E8-DD45-AE2B-5E4F23B55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073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AE942AA2-56EF-D049-B6B1-6C6D99B1E3CF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1C31B8B-D6E8-DD45-AE2B-5E4F23B55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012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  <p:sldLayoutId id="2147483798" r:id="rId12"/>
    <p:sldLayoutId id="2147483799" r:id="rId13"/>
    <p:sldLayoutId id="2147483800" r:id="rId14"/>
    <p:sldLayoutId id="2147483801" r:id="rId15"/>
    <p:sldLayoutId id="2147483802" r:id="rId16"/>
    <p:sldLayoutId id="214748380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7B9E466-F8EA-EF54-CC06-1DD8A0A111D1}"/>
              </a:ext>
            </a:extLst>
          </p:cNvPr>
          <p:cNvSpPr txBox="1"/>
          <p:nvPr/>
        </p:nvSpPr>
        <p:spPr>
          <a:xfrm>
            <a:off x="2497506" y="1804164"/>
            <a:ext cx="7667219" cy="3249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kern="100" dirty="0">
                <a:solidFill>
                  <a:srgbClr val="FFFF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Banach-Tarski Paradox</a:t>
            </a:r>
          </a:p>
          <a:p>
            <a:pPr marL="0" marR="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 1924 two Polish mathematicians, Stefan Banach and Alfred Tarski, proved a striking theorem in geometry that appears to defy common sense. In </a:t>
            </a:r>
            <a:r>
              <a:rPr lang="en-US" sz="2400" u="sng" kern="10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this</a:t>
            </a:r>
            <a:r>
              <a:rPr lang="en-US" sz="24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video I am giving </a:t>
            </a:r>
            <a:r>
              <a:rPr lang="en-US" sz="2400" kern="100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background</a:t>
            </a:r>
            <a:r>
              <a:rPr lang="en-US" sz="24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that helps to untangle their seemingly nonsensical paradox.</a:t>
            </a:r>
          </a:p>
        </p:txBody>
      </p:sp>
    </p:spTree>
    <p:extLst>
      <p:ext uri="{BB962C8B-B14F-4D97-AF65-F5344CB8AC3E}">
        <p14:creationId xmlns:p14="http://schemas.microsoft.com/office/powerpoint/2010/main" val="28034012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33</TotalTime>
  <Words>45</Words>
  <Application>Microsoft Macintosh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Century Gothic</vt:lpstr>
      <vt:lpstr>Wingdings 3</vt:lpstr>
      <vt:lpstr>Ion Boardroom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Jacek Ossowski</dc:creator>
  <cp:lastModifiedBy>Jacek Ossowski</cp:lastModifiedBy>
  <cp:revision>5</cp:revision>
  <dcterms:created xsi:type="dcterms:W3CDTF">2025-11-09T04:36:52Z</dcterms:created>
  <dcterms:modified xsi:type="dcterms:W3CDTF">2025-11-09T20:51:58Z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73fd474-4f3c-44ed-88fb-5cc4bd2471bf_Enabled">
    <vt:lpwstr>true</vt:lpwstr>
  </property>
  <property fmtid="{D5CDD505-2E9C-101B-9397-08002B2CF9AE}" pid="3" name="MSIP_Label_a73fd474-4f3c-44ed-88fb-5cc4bd2471bf_SetDate">
    <vt:lpwstr>2025-11-09T04:45:33Z</vt:lpwstr>
  </property>
  <property fmtid="{D5CDD505-2E9C-101B-9397-08002B2CF9AE}" pid="4" name="MSIP_Label_a73fd474-4f3c-44ed-88fb-5cc4bd2471bf_Method">
    <vt:lpwstr>Standard</vt:lpwstr>
  </property>
  <property fmtid="{D5CDD505-2E9C-101B-9397-08002B2CF9AE}" pid="5" name="MSIP_Label_a73fd474-4f3c-44ed-88fb-5cc4bd2471bf_Name">
    <vt:lpwstr>defa4170-0d19-0005-0004-bc88714345d2</vt:lpwstr>
  </property>
  <property fmtid="{D5CDD505-2E9C-101B-9397-08002B2CF9AE}" pid="6" name="MSIP_Label_a73fd474-4f3c-44ed-88fb-5cc4bd2471bf_SiteId">
    <vt:lpwstr>8d1a69ec-03b5-4345-ae21-dad112f5fb4f</vt:lpwstr>
  </property>
  <property fmtid="{D5CDD505-2E9C-101B-9397-08002B2CF9AE}" pid="7" name="MSIP_Label_a73fd474-4f3c-44ed-88fb-5cc4bd2471bf_ActionId">
    <vt:lpwstr>686439b9-c968-4561-adba-42ace21aa81c</vt:lpwstr>
  </property>
  <property fmtid="{D5CDD505-2E9C-101B-9397-08002B2CF9AE}" pid="8" name="MSIP_Label_a73fd474-4f3c-44ed-88fb-5cc4bd2471bf_ContentBits">
    <vt:lpwstr>0</vt:lpwstr>
  </property>
  <property fmtid="{D5CDD505-2E9C-101B-9397-08002B2CF9AE}" pid="9" name="MSIP_Label_a73fd474-4f3c-44ed-88fb-5cc4bd2471bf_Tag">
    <vt:lpwstr>50, 3, 0, 1</vt:lpwstr>
  </property>
</Properties>
</file>